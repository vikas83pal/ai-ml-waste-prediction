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7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1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1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3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0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9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58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5140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93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3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9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92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5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3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waste bin will be Full (1) or Not Full (0).</a:t>
            </a:r>
          </a:p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Goal: Optimize waste collection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overflow penalties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pickups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fuel cost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fleet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Waste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Ratio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Encoding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&amp; Festival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Logistic Regression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Final: Random Forest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Handles nonlinear patterns &amp; gives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(Priority)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overflow incidents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emergency dispatch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route scheduling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operational efficiency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96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Times New Roman</vt:lpstr>
      <vt:lpstr>Wingdings 3</vt:lpstr>
      <vt:lpstr>Ion</vt:lpstr>
      <vt:lpstr>Problem Overview</vt:lpstr>
      <vt:lpstr>Business Objective</vt:lpstr>
      <vt:lpstr>Feature Engineering</vt:lpstr>
      <vt:lpstr>Model Selection</vt:lpstr>
      <vt:lpstr>Evaluation &amp; Metrics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 Pal</cp:lastModifiedBy>
  <cp:revision>2</cp:revision>
  <dcterms:created xsi:type="dcterms:W3CDTF">2013-01-27T09:14:16Z</dcterms:created>
  <dcterms:modified xsi:type="dcterms:W3CDTF">2026-02-19T10:24:10Z</dcterms:modified>
  <cp:category/>
</cp:coreProperties>
</file>